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2" r:id="rId2"/>
    <p:sldId id="258" r:id="rId3"/>
    <p:sldId id="271" r:id="rId4"/>
    <p:sldId id="272" r:id="rId5"/>
    <p:sldId id="263" r:id="rId6"/>
    <p:sldId id="273" r:id="rId7"/>
    <p:sldId id="256" r:id="rId8"/>
    <p:sldId id="274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49BC1-28A6-4C91-9FFD-2EF730AAC86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829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12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3451" y="2344734"/>
            <a:ext cx="3683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glad to have worked with you for all this while and look forward to doing even more amazing work in the future.</a:t>
            </a:r>
          </a:p>
          <a:p>
            <a:pPr algn="just"/>
            <a:r>
              <a:rPr lang="en-US" sz="1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best!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1343" y="5402218"/>
            <a:ext cx="540327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00" b="1" i="1" dirty="0" smtClean="0">
                <a:solidFill>
                  <a:srgbClr val="264B76"/>
                </a:solidFill>
                <a:latin typeface="Arial Black" panose="020B0A04020102020204" pitchFamily="34" charset="0"/>
              </a:rPr>
              <a:t>{NAME}</a:t>
            </a:r>
            <a:endParaRPr lang="en-US" sz="2600" b="1" i="1" dirty="0">
              <a:solidFill>
                <a:srgbClr val="264B76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817" y="1084793"/>
            <a:ext cx="2228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rgbClr val="FFC000"/>
                </a:solidFill>
                <a:latin typeface="Arial Black" panose="020B0A04020102020204" pitchFamily="34" charset="0"/>
              </a:rPr>
              <a:t>Congratulations</a:t>
            </a:r>
          </a:p>
          <a:p>
            <a:r>
              <a:rPr lang="en-US" sz="1600" i="1">
                <a:solidFill>
                  <a:srgbClr val="FFC000"/>
                </a:solidFill>
                <a:latin typeface="Arial Black" panose="020B0A04020102020204" pitchFamily="34" charset="0"/>
              </a:rPr>
              <a:t>for 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0475" y="1054779"/>
            <a:ext cx="173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Years of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excelling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together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DA99C2-CC51-4E6A-847B-9FED7DA55B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52" b="90909" l="8786" r="89406">
                        <a14:foregroundMark x1="21964" y1="16507" x2="29716" y2="24402"/>
                        <a14:foregroundMark x1="29716" y1="24402" x2="29716" y2="24402"/>
                        <a14:foregroundMark x1="32041" y1="11722" x2="48579" y2="14833"/>
                        <a14:foregroundMark x1="67700" y1="17943" x2="79587" y2="20813"/>
                        <a14:foregroundMark x1="80620" y1="27273" x2="88889" y2="22010"/>
                        <a14:foregroundMark x1="55039" y1="16029" x2="61757" y2="8852"/>
                        <a14:foregroundMark x1="52972" y1="13876" x2="55039" y2="13397"/>
                        <a14:foregroundMark x1="8786" y1="29187" x2="15245" y2="37799"/>
                        <a14:foregroundMark x1="15245" y1="37799" x2="21705" y2="42584"/>
                        <a14:foregroundMark x1="14212" y1="22967" x2="27649" y2="29904"/>
                        <a14:foregroundMark x1="16279" y1="74163" x2="24031" y2="82536"/>
                        <a14:foregroundMark x1="24031" y1="82536" x2="44186" y2="90431"/>
                        <a14:foregroundMark x1="44186" y1="90431" x2="55297" y2="90909"/>
                        <a14:foregroundMark x1="55297" y1="90909" x2="78295" y2="83732"/>
                        <a14:backgroundMark x1="48837" y1="72249" x2="60207" y2="26555"/>
                        <a14:backgroundMark x1="41860" y1="30144" x2="60724" y2="24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93" y="556001"/>
            <a:ext cx="1479333" cy="1598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31557E-5BB2-45FD-BB19-8018F5F40018}"/>
              </a:ext>
            </a:extLst>
          </p:cNvPr>
          <p:cNvSpPr txBox="1"/>
          <p:nvPr/>
        </p:nvSpPr>
        <p:spPr>
          <a:xfrm>
            <a:off x="203451" y="2023691"/>
            <a:ext cx="3878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chemeClr val="bg1"/>
                </a:solidFill>
                <a:latin typeface="Arial Black" panose="020B0A04020102020204" pitchFamily="34" charset="0"/>
              </a:rPr>
              <a:t>You make a difference!</a:t>
            </a:r>
          </a:p>
        </p:txBody>
      </p:sp>
    </p:spTree>
    <p:extLst>
      <p:ext uri="{BB962C8B-B14F-4D97-AF65-F5344CB8AC3E}">
        <p14:creationId xmlns:p14="http://schemas.microsoft.com/office/powerpoint/2010/main" val="338402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2512" y="4248562"/>
            <a:ext cx="280689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celebrating the countless achievements &amp; successes that we’ve gained since the time you’ve joined us.</a:t>
            </a:r>
          </a:p>
          <a:p>
            <a:endParaRPr lang="en-US" sz="13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being a part of the team. </a:t>
            </a:r>
          </a:p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best!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D3C08-FBC7-402D-B943-A5E6DC9A54A6}"/>
              </a:ext>
            </a:extLst>
          </p:cNvPr>
          <p:cNvSpPr txBox="1"/>
          <p:nvPr/>
        </p:nvSpPr>
        <p:spPr>
          <a:xfrm>
            <a:off x="109075" y="1019192"/>
            <a:ext cx="2228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rgbClr val="FFC000"/>
                </a:solidFill>
                <a:latin typeface="Arial Black" panose="020B0A04020102020204" pitchFamily="34" charset="0"/>
              </a:rPr>
              <a:t>Congratulations</a:t>
            </a:r>
          </a:p>
          <a:p>
            <a:r>
              <a:rPr lang="en-US" sz="1400" i="1">
                <a:solidFill>
                  <a:srgbClr val="FFC000"/>
                </a:solidFill>
                <a:latin typeface="Arial Black" panose="020B0A04020102020204" pitchFamily="34" charset="0"/>
              </a:rPr>
              <a:t>for marking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C5FAE-C017-43AF-BA63-942C8F3A4E90}"/>
              </a:ext>
            </a:extLst>
          </p:cNvPr>
          <p:cNvSpPr txBox="1"/>
          <p:nvPr/>
        </p:nvSpPr>
        <p:spPr>
          <a:xfrm>
            <a:off x="2888944" y="961694"/>
            <a:ext cx="173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Years of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excelling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together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12105E-088B-4955-914F-B7608443F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52" b="90909" l="8786" r="89406">
                        <a14:foregroundMark x1="21964" y1="16507" x2="29716" y2="24402"/>
                        <a14:foregroundMark x1="29716" y1="24402" x2="29716" y2="24402"/>
                        <a14:foregroundMark x1="32041" y1="11722" x2="48579" y2="14833"/>
                        <a14:foregroundMark x1="67700" y1="17943" x2="79587" y2="20813"/>
                        <a14:foregroundMark x1="80620" y1="27273" x2="88889" y2="22010"/>
                        <a14:foregroundMark x1="55039" y1="16029" x2="61757" y2="8852"/>
                        <a14:foregroundMark x1="52972" y1="13876" x2="55039" y2="13397"/>
                        <a14:foregroundMark x1="8786" y1="29187" x2="15245" y2="37799"/>
                        <a14:foregroundMark x1="15245" y1="37799" x2="21705" y2="42584"/>
                        <a14:foregroundMark x1="14212" y1="22967" x2="27649" y2="29904"/>
                        <a14:foregroundMark x1="16279" y1="74163" x2="24031" y2="82536"/>
                        <a14:foregroundMark x1="24031" y1="82536" x2="44186" y2="90431"/>
                        <a14:foregroundMark x1="44186" y1="90431" x2="55297" y2="90909"/>
                        <a14:foregroundMark x1="55297" y1="90909" x2="78295" y2="83732"/>
                        <a14:backgroundMark x1="48837" y1="72249" x2="60207" y2="26555"/>
                        <a14:backgroundMark x1="41860" y1="30144" x2="60724" y2="24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66" y="496840"/>
            <a:ext cx="1479333" cy="1598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D0F4E6-9C5E-49A7-BB74-3CF7A1D7B378}"/>
              </a:ext>
            </a:extLst>
          </p:cNvPr>
          <p:cNvSpPr txBox="1"/>
          <p:nvPr/>
        </p:nvSpPr>
        <p:spPr>
          <a:xfrm>
            <a:off x="1642942" y="3916215"/>
            <a:ext cx="257249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bg1"/>
                </a:solidFill>
                <a:latin typeface="Arial Black" panose="020B0A04020102020204" pitchFamily="34" charset="0"/>
              </a:rPr>
              <a:t>You make a difference!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DEE02-305C-957A-80D4-6D6A2AEF5892}"/>
              </a:ext>
            </a:extLst>
          </p:cNvPr>
          <p:cNvSpPr txBox="1"/>
          <p:nvPr/>
        </p:nvSpPr>
        <p:spPr>
          <a:xfrm>
            <a:off x="4631988" y="5628765"/>
            <a:ext cx="4463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{NAME}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26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5 year and 10 year Award Template_B_Artboard 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0633"/>
            <a:ext cx="9144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27024" y="4385303"/>
            <a:ext cx="3464375" cy="484732"/>
          </a:xfrm>
          <a:prstGeom prst="rect">
            <a:avLst/>
          </a:prstGeom>
          <a:noFill/>
        </p:spPr>
        <p:txBody>
          <a:bodyPr wrap="square" lIns="53323" tIns="26662" rIns="53323" bIns="26662" rtlCol="0">
            <a:spAutoFit/>
          </a:bodyPr>
          <a:lstStyle/>
          <a:p>
            <a:pPr algn="ctr"/>
            <a:r>
              <a:rPr lang="en-GB" sz="2800" b="1" dirty="0" smtClean="0">
                <a:solidFill>
                  <a:schemeClr val="tx2"/>
                </a:solidFill>
              </a:rPr>
              <a:t>{NAME}</a:t>
            </a: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018" y="5588990"/>
            <a:ext cx="5135976" cy="546287"/>
          </a:xfrm>
          <a:prstGeom prst="rect">
            <a:avLst/>
          </a:prstGeom>
          <a:noFill/>
        </p:spPr>
        <p:txBody>
          <a:bodyPr wrap="square" lIns="53323" tIns="26662" rIns="53323" bIns="26662" rtlCol="0">
            <a:spAutoFit/>
          </a:bodyPr>
          <a:lstStyle/>
          <a:p>
            <a:r>
              <a:rPr lang="en-GB" sz="1600" i="1">
                <a:solidFill>
                  <a:srgbClr val="0070C0"/>
                </a:solidFill>
              </a:rPr>
              <a:t>Your contributions are highly valued. </a:t>
            </a:r>
            <a:r>
              <a:rPr lang="en-GB" sz="1600" b="1" i="1">
                <a:solidFill>
                  <a:srgbClr val="0070C0"/>
                </a:solidFill>
              </a:rPr>
              <a:t>Thank you &amp; best wishes for the next 5.</a:t>
            </a:r>
          </a:p>
        </p:txBody>
      </p:sp>
    </p:spTree>
    <p:extLst>
      <p:ext uri="{BB962C8B-B14F-4D97-AF65-F5344CB8AC3E}">
        <p14:creationId xmlns:p14="http://schemas.microsoft.com/office/powerpoint/2010/main" val="43702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5 year and 10 year Award Template_B_Artboard 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8265" y="4393336"/>
            <a:ext cx="2379772" cy="546287"/>
          </a:xfrm>
          <a:prstGeom prst="rect">
            <a:avLst/>
          </a:prstGeom>
          <a:noFill/>
        </p:spPr>
        <p:txBody>
          <a:bodyPr wrap="square" lIns="53323" tIns="26662" rIns="53323" bIns="26662" rtlCol="0">
            <a:spAutoFit/>
          </a:bodyPr>
          <a:lstStyle/>
          <a:p>
            <a:r>
              <a:rPr lang="en-GB" sz="3200" b="1" dirty="0" smtClean="0">
                <a:solidFill>
                  <a:srgbClr val="FFC000"/>
                </a:solidFill>
              </a:rPr>
              <a:t>{NAME}</a:t>
            </a:r>
            <a:endParaRPr lang="en-GB" sz="3200" dirty="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2017" y="5552990"/>
            <a:ext cx="4991977" cy="546287"/>
          </a:xfrm>
          <a:prstGeom prst="rect">
            <a:avLst/>
          </a:prstGeom>
          <a:noFill/>
        </p:spPr>
        <p:txBody>
          <a:bodyPr wrap="square" lIns="53323" tIns="26662" rIns="53323" bIns="26662" rtlCol="0">
            <a:spAutoFit/>
          </a:bodyPr>
          <a:lstStyle/>
          <a:p>
            <a:r>
              <a:rPr lang="en-GB" sz="1600" i="1">
                <a:solidFill>
                  <a:srgbClr val="92D050"/>
                </a:solidFill>
              </a:rPr>
              <a:t>Your contributions are highly valued. </a:t>
            </a:r>
            <a:r>
              <a:rPr lang="en-GB" sz="1600" b="1" i="1">
                <a:solidFill>
                  <a:srgbClr val="92D050"/>
                </a:solidFill>
              </a:rPr>
              <a:t>Thank you &amp; best wishes for the next 10.</a:t>
            </a:r>
          </a:p>
        </p:txBody>
      </p:sp>
    </p:spTree>
    <p:extLst>
      <p:ext uri="{BB962C8B-B14F-4D97-AF65-F5344CB8AC3E}">
        <p14:creationId xmlns:p14="http://schemas.microsoft.com/office/powerpoint/2010/main" val="250522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280" y="3577678"/>
            <a:ext cx="751141" cy="10366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151" y="3555627"/>
            <a:ext cx="678326" cy="1036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13" y="326780"/>
            <a:ext cx="685701" cy="989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458" y="123544"/>
            <a:ext cx="714498" cy="1018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52" b="90909" l="8786" r="89406">
                        <a14:foregroundMark x1="21964" y1="16507" x2="29716" y2="24402"/>
                        <a14:foregroundMark x1="29716" y1="24402" x2="29716" y2="24402"/>
                        <a14:foregroundMark x1="32041" y1="11722" x2="48579" y2="14833"/>
                        <a14:foregroundMark x1="67700" y1="17943" x2="79587" y2="20813"/>
                        <a14:foregroundMark x1="80620" y1="27273" x2="88889" y2="22010"/>
                        <a14:foregroundMark x1="55039" y1="16029" x2="61757" y2="8852"/>
                        <a14:foregroundMark x1="52972" y1="13876" x2="55039" y2="13397"/>
                        <a14:foregroundMark x1="8786" y1="29187" x2="15245" y2="37799"/>
                        <a14:foregroundMark x1="15245" y1="37799" x2="21705" y2="42584"/>
                        <a14:foregroundMark x1="14212" y1="22967" x2="27649" y2="29904"/>
                        <a14:foregroundMark x1="16279" y1="74163" x2="24031" y2="82536"/>
                        <a14:foregroundMark x1="24031" y1="82536" x2="44186" y2="90431"/>
                        <a14:foregroundMark x1="44186" y1="90431" x2="55297" y2="90909"/>
                        <a14:foregroundMark x1="55297" y1="90909" x2="78295" y2="83732"/>
                        <a14:backgroundMark x1="48837" y1="72249" x2="60207" y2="26555"/>
                        <a14:backgroundMark x1="41860" y1="30144" x2="60724" y2="24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281" y="1613635"/>
            <a:ext cx="1479333" cy="15987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417" y="279986"/>
            <a:ext cx="601114" cy="10366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793" y="45666"/>
            <a:ext cx="669505" cy="11122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982" y="136464"/>
            <a:ext cx="732495" cy="10366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13" y="3567124"/>
            <a:ext cx="684075" cy="10251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406" y="3624990"/>
            <a:ext cx="777967" cy="10251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950" y="3583427"/>
            <a:ext cx="662997" cy="102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1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CB137-923E-C012-D825-66BF3267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40E794-4368-F84C-AD05-DBE531DA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56FE8-B18F-B316-1138-4C891B9BD23B}"/>
              </a:ext>
            </a:extLst>
          </p:cNvPr>
          <p:cNvSpPr txBox="1"/>
          <p:nvPr/>
        </p:nvSpPr>
        <p:spPr>
          <a:xfrm rot="21234755">
            <a:off x="5110847" y="1301351"/>
            <a:ext cx="36094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Celebrating </a:t>
            </a:r>
            <a:endParaRPr lang="en-US" sz="4400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day!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73735-9738-9CA2-D2D2-49FF07F7D9E0}"/>
              </a:ext>
            </a:extLst>
          </p:cNvPr>
          <p:cNvSpPr txBox="1"/>
          <p:nvPr/>
        </p:nvSpPr>
        <p:spPr>
          <a:xfrm>
            <a:off x="5217274" y="3154470"/>
            <a:ext cx="392672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Times New Roman"/>
                <a:cs typeface="Times New Roman"/>
              </a:rPr>
              <a:t>{NAME}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58A5-D4B1-FBD4-5746-863A322F2EAB}"/>
              </a:ext>
            </a:extLst>
          </p:cNvPr>
          <p:cNvSpPr txBox="1"/>
          <p:nvPr/>
        </p:nvSpPr>
        <p:spPr>
          <a:xfrm>
            <a:off x="5582991" y="4224761"/>
            <a:ext cx="2949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Happy Birthday! You’ve been an amazing part of our team and we hope to continue seeing you healthy &amp; happy 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1696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6" y="0"/>
            <a:ext cx="9001887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5370490" y="1442434"/>
            <a:ext cx="33098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5069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Celebrating </a:t>
            </a:r>
          </a:p>
          <a:p>
            <a:pPr algn="ctr"/>
            <a:r>
              <a:rPr lang="en-US" sz="3200" b="1">
                <a:solidFill>
                  <a:srgbClr val="5069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day!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306" y="3428765"/>
            <a:ext cx="3356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{NAME}</a:t>
            </a:r>
            <a:endParaRPr lang="en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82991" y="4357026"/>
            <a:ext cx="2949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5069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Happy Birthday! You’ve been an amazing part of our team and we hope to continue seeing you healthy &amp; happy </a:t>
            </a:r>
            <a:r>
              <a:rPr lang="en-US" sz="1400" i="1">
                <a:solidFill>
                  <a:srgbClr val="5069B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1400" i="1">
              <a:solidFill>
                <a:srgbClr val="5069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55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1" y="0"/>
            <a:ext cx="8915567" cy="68404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4148" y="181249"/>
            <a:ext cx="3439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Arial Black" panose="020B0A04020102020204" pitchFamily="34" charset="0"/>
              </a:rPr>
              <a:t>Mack 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5684" y="3372981"/>
            <a:ext cx="2522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14FA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Education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&lt;Qualifications 1&gt;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&lt;Qualifications 2&gt;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4148" y="1019445"/>
            <a:ext cx="3439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Designation: Account M</a:t>
            </a:r>
          </a:p>
          <a:p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Reporting to: Suman B.</a:t>
            </a:r>
          </a:p>
          <a:p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of Joining: February 26, 2020</a:t>
            </a:r>
          </a:p>
          <a:p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with </a:t>
            </a:r>
            <a:r>
              <a:rPr lang="en-US" sz="12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Bhuvan</a:t>
            </a:r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at: </a:t>
            </a:r>
          </a:p>
          <a:p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firstname.secondname@marico.com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5683" y="4298113"/>
            <a:ext cx="2522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14FA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Personal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&lt;Line 1&gt;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&lt;Line 2&gt;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5682" y="5223245"/>
            <a:ext cx="2522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14FA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Past Experiences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&lt;Experience 1&gt;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&lt;Experience 2&gt;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&lt;Experience 3&gt;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85" y="3262503"/>
            <a:ext cx="1028642" cy="9345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10" y="4213026"/>
            <a:ext cx="1124117" cy="91432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70" y="5137835"/>
            <a:ext cx="1098757" cy="99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60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1" y="0"/>
            <a:ext cx="8932457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869696"/>
            <a:ext cx="331225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15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welcome</a:t>
            </a:r>
          </a:p>
          <a:p>
            <a:r>
              <a:rPr lang="en-US" sz="2800" b="1">
                <a:solidFill>
                  <a:srgbClr val="015289"/>
                </a:solidFill>
                <a:latin typeface="Arial Black" panose="020B0A04020102020204" pitchFamily="34" charset="0"/>
              </a:rPr>
              <a:t>Sheron Thomas</a:t>
            </a:r>
          </a:p>
          <a:p>
            <a:r>
              <a:rPr lang="en-US" sz="1400">
                <a:solidFill>
                  <a:srgbClr val="015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the Marico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8508" y="757309"/>
            <a:ext cx="2298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14FA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Education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&lt;Qualifications 1&gt;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&lt;Qualifications 2&gt;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9875" y="4900362"/>
            <a:ext cx="3439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15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Designation: Account Manager</a:t>
            </a:r>
          </a:p>
          <a:p>
            <a:r>
              <a:rPr lang="en-US" sz="1200" b="1">
                <a:solidFill>
                  <a:srgbClr val="015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Reporting to: Suman B.</a:t>
            </a:r>
          </a:p>
          <a:p>
            <a:r>
              <a:rPr lang="en-US" sz="1200" b="1">
                <a:solidFill>
                  <a:srgbClr val="015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of Joining: February 26, 2019</a:t>
            </a:r>
          </a:p>
          <a:p>
            <a:endParaRPr lang="en-US" sz="1200" b="1">
              <a:solidFill>
                <a:srgbClr val="01528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>
                <a:solidFill>
                  <a:srgbClr val="015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with Bhuvanesh as: </a:t>
            </a:r>
          </a:p>
          <a:p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sheron.thomas@marico.com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5084" y="2020474"/>
            <a:ext cx="2097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14FA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Personal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&lt;Line 1&gt;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&lt;Line 2&gt;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377" y="3283639"/>
            <a:ext cx="2703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14FA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Past Experiences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&lt;Experience 1&gt;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&lt;Experience 2&gt;</a:t>
            </a:r>
          </a:p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&lt;Experience 3&gt;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866" y="589202"/>
            <a:ext cx="1028642" cy="9345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49" y="1932645"/>
            <a:ext cx="1124117" cy="91432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3639"/>
            <a:ext cx="1166195" cy="94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3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