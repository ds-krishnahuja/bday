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2" y="0"/>
            <a:ext cx="9143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21234755">
            <a:off x="6634847" y="1301351"/>
            <a:ext cx="36094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Celebrating </a:t>
            </a:r>
          </a:p>
          <a:p>
            <a:r>
              <a:t>your day!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18260" y="3334843"/>
            <a:ext cx="3926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krishn ahuja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6991" y="4224762"/>
            <a:ext cx="29492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Happy Birthday! You’ve been an amazing part of our team and we hope to continue seeing you healthy &amp; happy .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AFA561-D0DF-8A0F-563E-4758D09E37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298" y="2503357"/>
            <a:ext cx="3024450" cy="298304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