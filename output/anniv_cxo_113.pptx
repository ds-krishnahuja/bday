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49BC1-28A6-4C91-9FFD-2EF730AAC86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8291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nvPicPr>
          <p:cNvPr id="13" name="Picture 12" descr="1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200" y="1393200"/>
            <a:ext cx="4273200" cy="42336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2512" y="4248562"/>
            <a:ext cx="280689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celebrating the countless achievements &amp; successes that we’ve gained since the time you’ve joined us.</a:t>
            </a:r>
          </a:p>
          <a:p>
            <a:endParaRPr lang="en-US" sz="13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being a part of the team. </a:t>
            </a:r>
          </a:p>
          <a:p>
            <a:r>
              <a:rPr lang="en-US" sz="13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best!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D3C08-FBC7-402D-B943-A5E6DC9A54A6}"/>
              </a:ext>
            </a:extLst>
          </p:cNvPr>
          <p:cNvSpPr txBox="1"/>
          <p:nvPr/>
        </p:nvSpPr>
        <p:spPr>
          <a:xfrm>
            <a:off x="109075" y="1019192"/>
            <a:ext cx="2228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solidFill>
                  <a:srgbClr val="FFC000"/>
                </a:solidFill>
                <a:latin typeface="Arial Black" panose="020B0A04020102020204" pitchFamily="34" charset="0"/>
              </a:rPr>
              <a:t>Congratulations</a:t>
            </a:r>
          </a:p>
          <a:p>
            <a:r>
              <a:rPr lang="en-US" sz="1400" i="1">
                <a:solidFill>
                  <a:srgbClr val="FFC000"/>
                </a:solidFill>
                <a:latin typeface="Arial Black" panose="020B0A04020102020204" pitchFamily="34" charset="0"/>
              </a:rPr>
              <a:t>for marking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C5FAE-C017-43AF-BA63-942C8F3A4E90}"/>
              </a:ext>
            </a:extLst>
          </p:cNvPr>
          <p:cNvSpPr txBox="1"/>
          <p:nvPr/>
        </p:nvSpPr>
        <p:spPr>
          <a:xfrm>
            <a:off x="2888944" y="961694"/>
            <a:ext cx="173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Years of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excelling </a:t>
            </a:r>
          </a:p>
          <a:p>
            <a:r>
              <a:rPr lang="en-US" sz="1600" i="1" dirty="0">
                <a:solidFill>
                  <a:srgbClr val="FFC000"/>
                </a:solidFill>
                <a:latin typeface="Arial Black" panose="020B0A04020102020204" pitchFamily="34" charset="0"/>
              </a:rPr>
              <a:t>together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12105E-088B-4955-914F-B7608443F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52" b="90909" l="8786" r="89406">
                        <a14:foregroundMark x1="21964" y1="16507" x2="29716" y2="24402"/>
                        <a14:foregroundMark x1="29716" y1="24402" x2="29716" y2="24402"/>
                        <a14:foregroundMark x1="32041" y1="11722" x2="48579" y2="14833"/>
                        <a14:foregroundMark x1="67700" y1="17943" x2="79587" y2="20813"/>
                        <a14:foregroundMark x1="80620" y1="27273" x2="88889" y2="22010"/>
                        <a14:foregroundMark x1="55039" y1="16029" x2="61757" y2="8852"/>
                        <a14:foregroundMark x1="52972" y1="13876" x2="55039" y2="13397"/>
                        <a14:foregroundMark x1="8786" y1="29187" x2="15245" y2="37799"/>
                        <a14:foregroundMark x1="15245" y1="37799" x2="21705" y2="42584"/>
                        <a14:foregroundMark x1="14212" y1="22967" x2="27649" y2="29904"/>
                        <a14:foregroundMark x1="16279" y1="74163" x2="24031" y2="82536"/>
                        <a14:foregroundMark x1="24031" y1="82536" x2="44186" y2="90431"/>
                        <a14:foregroundMark x1="44186" y1="90431" x2="55297" y2="90909"/>
                        <a14:foregroundMark x1="55297" y1="90909" x2="78295" y2="83732"/>
                        <a14:backgroundMark x1="48837" y1="72249" x2="60207" y2="26555"/>
                        <a14:backgroundMark x1="41860" y1="30144" x2="60724" y2="24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66" y="496840"/>
            <a:ext cx="1479333" cy="1598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D0F4E6-9C5E-49A7-BB74-3CF7A1D7B378}"/>
              </a:ext>
            </a:extLst>
          </p:cNvPr>
          <p:cNvSpPr txBox="1"/>
          <p:nvPr/>
        </p:nvSpPr>
        <p:spPr>
          <a:xfrm>
            <a:off x="1642942" y="3916215"/>
            <a:ext cx="257249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>
                <a:solidFill>
                  <a:schemeClr val="bg1"/>
                </a:solidFill>
                <a:latin typeface="Arial Black" panose="020B0A04020102020204" pitchFamily="34" charset="0"/>
              </a:rPr>
              <a:t>You make a difference!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DEE02-305C-957A-80D4-6D6A2AEF5892}"/>
              </a:ext>
            </a:extLst>
          </p:cNvPr>
          <p:cNvSpPr txBox="1"/>
          <p:nvPr/>
        </p:nvSpPr>
        <p:spPr>
          <a:xfrm>
            <a:off x="4631988" y="5628765"/>
            <a:ext cx="4463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Arnab Das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4" name="Picture 13" descr="Pictur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9600" y="928800"/>
            <a:ext cx="446400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65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