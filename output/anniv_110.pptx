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72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289"/>
    <a:srgbClr val="014FA1"/>
    <a:srgbClr val="5069B2"/>
    <a:srgbClr val="FFFFFF"/>
    <a:srgbClr val="264B76"/>
    <a:srgbClr val="01539A"/>
    <a:srgbClr val="9EC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95004-1ED4-45D5-80BD-C307656CE30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49BC1-28A6-4C91-9FFD-2EF730AAC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8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5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2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6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5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5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9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0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721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960873612,&quot;Placement&quot;:&quot;Footer&quot;,&quot;Top&quot;:520.68866,&quot;Left&quot;:0.0,&quot;SlideWidth&quot;:720,&quot;SlideHeight&quot;:540}"/>
          <p:cNvSpPr txBox="1"/>
          <p:nvPr userDrawn="1"/>
        </p:nvSpPr>
        <p:spPr>
          <a:xfrm>
            <a:off x="0" y="6612746"/>
            <a:ext cx="2212166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900">
                <a:solidFill>
                  <a:srgbClr val="000000"/>
                </a:solidFill>
                <a:latin typeface="Calibri" panose="020F0502020204030204" pitchFamily="34" charset="0"/>
              </a:rPr>
              <a:t>Marico Information classification: Official</a:t>
            </a:r>
          </a:p>
        </p:txBody>
      </p:sp>
    </p:spTree>
    <p:extLst>
      <p:ext uri="{BB962C8B-B14F-4D97-AF65-F5344CB8AC3E}">
        <p14:creationId xmlns:p14="http://schemas.microsoft.com/office/powerpoint/2010/main" val="2629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24.jp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5 year and 10 year Award Template_B_Artboard 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8265" y="4393336"/>
            <a:ext cx="2379772" cy="546287"/>
          </a:xfrm>
          <a:prstGeom prst="rect">
            <a:avLst/>
          </a:prstGeom>
          <a:noFill/>
        </p:spPr>
        <p:txBody>
          <a:bodyPr wrap="square" lIns="53323" tIns="26662" rIns="53323" bIns="26662" rtlCol="0">
            <a:spAutoFit/>
          </a:bodyPr>
          <a:lstStyle/>
          <a:p>
            <a:r>
              <a:rPr lang="en-GB" sz="3200" b="1" dirty="0" smtClean="0">
                <a:solidFill>
                  <a:srgbClr val="FFC000"/>
                </a:solidFill>
              </a:rPr>
              <a:t>Ninad Chalke</a:t>
            </a:r>
            <a:endParaRPr lang="en-GB" sz="3200" dirty="0">
              <a:solidFill>
                <a:srgbClr val="FFC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2017" y="5552990"/>
            <a:ext cx="4991977" cy="546287"/>
          </a:xfrm>
          <a:prstGeom prst="rect">
            <a:avLst/>
          </a:prstGeom>
          <a:noFill/>
        </p:spPr>
        <p:txBody>
          <a:bodyPr wrap="square" lIns="53323" tIns="26662" rIns="53323" bIns="26662" rtlCol="0">
            <a:spAutoFit/>
          </a:bodyPr>
          <a:lstStyle/>
          <a:p>
            <a:r>
              <a:rPr lang="en-GB" sz="1600" i="1">
                <a:solidFill>
                  <a:srgbClr val="92D050"/>
                </a:solidFill>
              </a:rPr>
              <a:t>Your contributions are highly valued. </a:t>
            </a:r>
            <a:r>
              <a:rPr lang="en-GB" sz="1600" b="1" i="1">
                <a:solidFill>
                  <a:srgbClr val="92D050"/>
                </a:solidFill>
              </a:rPr>
              <a:t>Thank you &amp; best wishes for the next 10.</a:t>
            </a:r>
          </a:p>
        </p:txBody>
      </p:sp>
      <p:pic>
        <p:nvPicPr>
          <p:cNvPr id="12" name="Picture 11" descr="1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800" y="1695600"/>
            <a:ext cx="2653200" cy="26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29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</TotalTime>
  <Words>310</Words>
  <Application>Microsoft Office PowerPoint</Application>
  <PresentationFormat>On-screen Show (4:3)</PresentationFormat>
  <Paragraphs>69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Krishn Ahuja - Marico India Limited</cp:lastModifiedBy>
  <cp:revision>16</cp:revision>
  <dcterms:created xsi:type="dcterms:W3CDTF">2020-12-15T04:46:42Z</dcterms:created>
  <dcterms:modified xsi:type="dcterms:W3CDTF">2026-04-21T09:32:45Z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c97d63-d641-4b81-b623-f86200cecf98_Enabled">
    <vt:lpwstr>true</vt:lpwstr>
  </property>
  <property fmtid="{D5CDD505-2E9C-101B-9397-08002B2CF9AE}" pid="3" name="MSIP_Label_8cc97d63-d641-4b81-b623-f86200cecf98_SetDate">
    <vt:lpwstr>2026-04-21T09:32:45Z</vt:lpwstr>
  </property>
  <property fmtid="{D5CDD505-2E9C-101B-9397-08002B2CF9AE}" pid="4" name="MSIP_Label_8cc97d63-d641-4b81-b623-f86200cecf98_Method">
    <vt:lpwstr>Standard</vt:lpwstr>
  </property>
  <property fmtid="{D5CDD505-2E9C-101B-9397-08002B2CF9AE}" pid="5" name="MSIP_Label_8cc97d63-d641-4b81-b623-f86200cecf98_Name">
    <vt:lpwstr>Official - IT</vt:lpwstr>
  </property>
  <property fmtid="{D5CDD505-2E9C-101B-9397-08002B2CF9AE}" pid="6" name="MSIP_Label_8cc97d63-d641-4b81-b623-f86200cecf98_SiteId">
    <vt:lpwstr>5635d8b8-c9b9-4d9a-8a4d-f7cad74dc82a</vt:lpwstr>
  </property>
  <property fmtid="{D5CDD505-2E9C-101B-9397-08002B2CF9AE}" pid="7" name="MSIP_Label_8cc97d63-d641-4b81-b623-f86200cecf98_ActionId">
    <vt:lpwstr>7b161d9e-d2ed-4c2d-a35d-ae281d724855</vt:lpwstr>
  </property>
  <property fmtid="{D5CDD505-2E9C-101B-9397-08002B2CF9AE}" pid="8" name="MSIP_Label_8cc97d63-d641-4b81-b623-f86200cecf98_ContentBits">
    <vt:lpwstr>2</vt:lpwstr>
  </property>
</Properties>
</file>