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289"/>
    <a:srgbClr val="014FA1"/>
    <a:srgbClr val="5069B2"/>
    <a:srgbClr val="FFFFFF"/>
    <a:srgbClr val="264B76"/>
    <a:srgbClr val="01539A"/>
    <a:srgbClr val="9EC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95004-1ED4-45D5-80BD-C307656CE30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49BC1-28A6-4C91-9FFD-2EF730AAC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5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6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5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9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0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721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257EA-CCE4-4E3B-80E4-E42363F2E98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4134-FF23-4E58-9FE6-F57405137FF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60873612,&quot;Placement&quot;:&quot;Footer&quot;,&quot;Top&quot;:520.68866,&quot;Left&quot;:0.0,&quot;SlideWidth&quot;:720,&quot;SlideHeight&quot;:540}"/>
          <p:cNvSpPr txBox="1"/>
          <p:nvPr userDrawn="1"/>
        </p:nvSpPr>
        <p:spPr>
          <a:xfrm>
            <a:off x="0" y="6612746"/>
            <a:ext cx="2212166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900">
                <a:solidFill>
                  <a:srgbClr val="000000"/>
                </a:solidFill>
                <a:latin typeface="Calibri" panose="020F0502020204030204" pitchFamily="34" charset="0"/>
              </a:rPr>
              <a:t>Marico Information classification: Official</a:t>
            </a:r>
          </a:p>
        </p:txBody>
      </p:sp>
    </p:spTree>
    <p:extLst>
      <p:ext uri="{BB962C8B-B14F-4D97-AF65-F5344CB8AC3E}">
        <p14:creationId xmlns:p14="http://schemas.microsoft.com/office/powerpoint/2010/main" val="262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B137-923E-C012-D825-66BF3267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40E794-4368-F84C-AD05-DBE531DA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C56FE8-B18F-B316-1138-4C891B9BD23B}"/>
              </a:ext>
            </a:extLst>
          </p:cNvPr>
          <p:cNvSpPr txBox="1"/>
          <p:nvPr/>
        </p:nvSpPr>
        <p:spPr>
          <a:xfrm rot="21234755">
            <a:off x="5110847" y="1301351"/>
            <a:ext cx="36094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Celebrating </a:t>
            </a:r>
            <a:endParaRPr lang="en-US" sz="44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day!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73735-9738-9CA2-D2D2-49FF07F7D9E0}"/>
              </a:ext>
            </a:extLst>
          </p:cNvPr>
          <p:cNvSpPr txBox="1"/>
          <p:nvPr/>
        </p:nvSpPr>
        <p:spPr>
          <a:xfrm>
            <a:off x="5217274" y="3154470"/>
            <a:ext cx="392672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latin typeface="Times New Roman"/>
                <a:cs typeface="Times New Roman"/>
              </a:rPr>
              <a:t>Pavneet Kaur
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58A5-D4B1-FBD4-5746-863A322F2EAB}"/>
              </a:ext>
            </a:extLst>
          </p:cNvPr>
          <p:cNvSpPr txBox="1"/>
          <p:nvPr/>
        </p:nvSpPr>
        <p:spPr>
          <a:xfrm>
            <a:off x="5582991" y="4224761"/>
            <a:ext cx="2949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Birthday! You’ve been an amazing part of our team and we hope to continue seeing you healthy &amp; happy 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1400" b="1" i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6" name="Picture 5" descr="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00" y="2491200"/>
            <a:ext cx="3024000" cy="30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60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310</Words>
  <Application>Microsoft Office PowerPoint</Application>
  <PresentationFormat>On-screen Show (4:3)</PresentationFormat>
  <Paragraphs>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Krishn Ahuja - Marico India Limited</cp:lastModifiedBy>
  <cp:revision>16</cp:revision>
  <dcterms:created xsi:type="dcterms:W3CDTF">2020-12-15T04:46:42Z</dcterms:created>
  <dcterms:modified xsi:type="dcterms:W3CDTF">2026-04-21T09:32:45Z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c97d63-d641-4b81-b623-f86200cecf98_Enabled">
    <vt:lpwstr>true</vt:lpwstr>
  </property>
  <property fmtid="{D5CDD505-2E9C-101B-9397-08002B2CF9AE}" pid="3" name="MSIP_Label_8cc97d63-d641-4b81-b623-f86200cecf98_SetDate">
    <vt:lpwstr>2026-04-21T09:32:45Z</vt:lpwstr>
  </property>
  <property fmtid="{D5CDD505-2E9C-101B-9397-08002B2CF9AE}" pid="4" name="MSIP_Label_8cc97d63-d641-4b81-b623-f86200cecf98_Method">
    <vt:lpwstr>Standard</vt:lpwstr>
  </property>
  <property fmtid="{D5CDD505-2E9C-101B-9397-08002B2CF9AE}" pid="5" name="MSIP_Label_8cc97d63-d641-4b81-b623-f86200cecf98_Name">
    <vt:lpwstr>Official - IT</vt:lpwstr>
  </property>
  <property fmtid="{D5CDD505-2E9C-101B-9397-08002B2CF9AE}" pid="6" name="MSIP_Label_8cc97d63-d641-4b81-b623-f86200cecf98_SiteId">
    <vt:lpwstr>5635d8b8-c9b9-4d9a-8a4d-f7cad74dc82a</vt:lpwstr>
  </property>
  <property fmtid="{D5CDD505-2E9C-101B-9397-08002B2CF9AE}" pid="7" name="MSIP_Label_8cc97d63-d641-4b81-b623-f86200cecf98_ActionId">
    <vt:lpwstr>7b161d9e-d2ed-4c2d-a35d-ae281d724855</vt:lpwstr>
  </property>
  <property fmtid="{D5CDD505-2E9C-101B-9397-08002B2CF9AE}" pid="8" name="MSIP_Label_8cc97d63-d641-4b81-b623-f86200cecf98_ContentBits">
    <vt:lpwstr>2</vt:lpwstr>
  </property>
</Properties>
</file>