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B137-923E-C012-D825-66BF3267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40E794-4368-F84C-AD05-DBE531DA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56FE8-B18F-B316-1138-4C891B9BD23B}"/>
              </a:ext>
            </a:extLst>
          </p:cNvPr>
          <p:cNvSpPr txBox="1"/>
          <p:nvPr/>
        </p:nvSpPr>
        <p:spPr>
          <a:xfrm rot="21234755">
            <a:off x="5110847" y="1301351"/>
            <a:ext cx="3609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Celebrating </a:t>
            </a:r>
            <a:endParaRPr lang="en-US" sz="44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day!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73735-9738-9CA2-D2D2-49FF07F7D9E0}"/>
              </a:ext>
            </a:extLst>
          </p:cNvPr>
          <p:cNvSpPr txBox="1"/>
          <p:nvPr/>
        </p:nvSpPr>
        <p:spPr>
          <a:xfrm>
            <a:off x="5217274" y="3154470"/>
            <a:ext cx="392672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Ninad Chalke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58A5-D4B1-FBD4-5746-863A322F2EAB}"/>
              </a:ext>
            </a:extLst>
          </p:cNvPr>
          <p:cNvSpPr txBox="1"/>
          <p:nvPr/>
        </p:nvSpPr>
        <p:spPr>
          <a:xfrm>
            <a:off x="5582991" y="4224761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Birthday! You’ve been an amazing part of our team and we hope to continue seeing you healthy &amp; happy 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Picture 5" descr="1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00" y="2491200"/>
            <a:ext cx="3024000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6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