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2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5289"/>
    <a:srgbClr val="014FA1"/>
    <a:srgbClr val="5069B2"/>
    <a:srgbClr val="FFFFFF"/>
    <a:srgbClr val="264B76"/>
    <a:srgbClr val="01539A"/>
    <a:srgbClr val="9EC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95004-1ED4-45D5-80BD-C307656CE30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49BC1-28A6-4C91-9FFD-2EF730AAC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488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6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53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2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61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5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5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0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9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00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4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721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960873612,&quot;Placement&quot;:&quot;Footer&quot;,&quot;Top&quot;:520.68866,&quot;Left&quot;:0.0,&quot;SlideWidth&quot;:720,&quot;SlideHeight&quot;:540}"/>
          <p:cNvSpPr txBox="1"/>
          <p:nvPr userDrawn="1"/>
        </p:nvSpPr>
        <p:spPr>
          <a:xfrm>
            <a:off x="0" y="6612746"/>
            <a:ext cx="2212166" cy="2452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900">
                <a:solidFill>
                  <a:srgbClr val="000000"/>
                </a:solidFill>
                <a:latin typeface="Calibri" panose="020F0502020204030204" pitchFamily="34" charset="0"/>
              </a:rPr>
              <a:t>Marico Information classification: Official</a:t>
            </a:r>
          </a:p>
        </p:txBody>
      </p:sp>
    </p:spTree>
    <p:extLst>
      <p:ext uri="{BB962C8B-B14F-4D97-AF65-F5344CB8AC3E}">
        <p14:creationId xmlns:p14="http://schemas.microsoft.com/office/powerpoint/2010/main" val="2629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24.jpg"/><Relationship Id="rId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3451" y="2344734"/>
            <a:ext cx="36833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glad to have worked with you for all this while and look forward to doing even more amazing work in the future.</a:t>
            </a:r>
          </a:p>
          <a:p>
            <a:pPr algn="just"/>
            <a:r>
              <a:rPr lang="en-US" sz="14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the best!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1343" y="5402218"/>
            <a:ext cx="540327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600" b="1" i="1" dirty="0" smtClean="0">
                <a:solidFill>
                  <a:srgbClr val="264B76"/>
                </a:solidFill>
                <a:latin typeface="Arial Black" panose="020B0A04020102020204" pitchFamily="34" charset="0"/>
              </a:rPr>
              <a:t>Pavneet Kaur
</a:t>
            </a:r>
            <a:endParaRPr lang="en-US" sz="2600" b="1" i="1" dirty="0">
              <a:solidFill>
                <a:srgbClr val="264B76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9817" y="1084793"/>
            <a:ext cx="2228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>
                <a:solidFill>
                  <a:srgbClr val="FFC000"/>
                </a:solidFill>
                <a:latin typeface="Arial Black" panose="020B0A04020102020204" pitchFamily="34" charset="0"/>
              </a:rPr>
              <a:t>Congratulations</a:t>
            </a:r>
          </a:p>
          <a:p>
            <a:r>
              <a:rPr lang="en-US" sz="1600" i="1">
                <a:solidFill>
                  <a:srgbClr val="FFC000"/>
                </a:solidFill>
                <a:latin typeface="Arial Black" panose="020B0A04020102020204" pitchFamily="34" charset="0"/>
              </a:rPr>
              <a:t>for 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0475" y="1054779"/>
            <a:ext cx="173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FFC000"/>
                </a:solidFill>
                <a:latin typeface="Arial Black" panose="020B0A04020102020204" pitchFamily="34" charset="0"/>
              </a:rPr>
              <a:t>Years of </a:t>
            </a:r>
          </a:p>
          <a:p>
            <a:r>
              <a:rPr lang="en-US" sz="1600" i="1" dirty="0">
                <a:solidFill>
                  <a:srgbClr val="FFC000"/>
                </a:solidFill>
                <a:latin typeface="Arial Black" panose="020B0A04020102020204" pitchFamily="34" charset="0"/>
              </a:rPr>
              <a:t>excelling </a:t>
            </a:r>
          </a:p>
          <a:p>
            <a:r>
              <a:rPr lang="en-US" sz="1600" i="1" dirty="0">
                <a:solidFill>
                  <a:srgbClr val="FFC000"/>
                </a:solidFill>
                <a:latin typeface="Arial Black" panose="020B0A04020102020204" pitchFamily="34" charset="0"/>
              </a:rPr>
              <a:t>together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DA99C2-CC51-4E6A-847B-9FED7DA55B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852" b="90909" l="8786" r="89406">
                        <a14:foregroundMark x1="21964" y1="16507" x2="29716" y2="24402"/>
                        <a14:foregroundMark x1="29716" y1="24402" x2="29716" y2="24402"/>
                        <a14:foregroundMark x1="32041" y1="11722" x2="48579" y2="14833"/>
                        <a14:foregroundMark x1="67700" y1="17943" x2="79587" y2="20813"/>
                        <a14:foregroundMark x1="80620" y1="27273" x2="88889" y2="22010"/>
                        <a14:foregroundMark x1="55039" y1="16029" x2="61757" y2="8852"/>
                        <a14:foregroundMark x1="52972" y1="13876" x2="55039" y2="13397"/>
                        <a14:foregroundMark x1="8786" y1="29187" x2="15245" y2="37799"/>
                        <a14:foregroundMark x1="15245" y1="37799" x2="21705" y2="42584"/>
                        <a14:foregroundMark x1="14212" y1="22967" x2="27649" y2="29904"/>
                        <a14:foregroundMark x1="16279" y1="74163" x2="24031" y2="82536"/>
                        <a14:foregroundMark x1="24031" y1="82536" x2="44186" y2="90431"/>
                        <a14:foregroundMark x1="44186" y1="90431" x2="55297" y2="90909"/>
                        <a14:foregroundMark x1="55297" y1="90909" x2="78295" y2="83732"/>
                        <a14:backgroundMark x1="48837" y1="72249" x2="60207" y2="26555"/>
                        <a14:backgroundMark x1="41860" y1="30144" x2="60724" y2="241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593" y="556001"/>
            <a:ext cx="1479333" cy="15987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31557E-5BB2-45FD-BB19-8018F5F40018}"/>
              </a:ext>
            </a:extLst>
          </p:cNvPr>
          <p:cNvSpPr txBox="1"/>
          <p:nvPr/>
        </p:nvSpPr>
        <p:spPr>
          <a:xfrm>
            <a:off x="203451" y="2023691"/>
            <a:ext cx="3878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>
                <a:solidFill>
                  <a:schemeClr val="bg1"/>
                </a:solidFill>
                <a:latin typeface="Arial Black" panose="020B0A04020102020204" pitchFamily="34" charset="0"/>
              </a:rPr>
              <a:t>You make a difference!</a:t>
            </a:r>
          </a:p>
        </p:txBody>
      </p:sp>
      <p:pic>
        <p:nvPicPr>
          <p:cNvPr id="12" name="Picture 11" descr="11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8799" y="1681200"/>
            <a:ext cx="3060000" cy="3401999"/>
          </a:xfrm>
          <a:prstGeom prst="rect">
            <a:avLst/>
          </a:prstGeom>
        </p:spPr>
      </p:pic>
      <p:pic>
        <p:nvPicPr>
          <p:cNvPr id="13" name="Picture 12" descr="Pictur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0400" y="990000"/>
            <a:ext cx="446400" cy="7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022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515</TotalTime>
  <Words>310</Words>
  <Application>Microsoft Office PowerPoint</Application>
  <PresentationFormat>On-screen Show (4:3)</PresentationFormat>
  <Paragraphs>69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Krishn Ahuja - Marico India Limited</cp:lastModifiedBy>
  <cp:revision>16</cp:revision>
  <dcterms:created xsi:type="dcterms:W3CDTF">2020-12-15T04:46:42Z</dcterms:created>
  <dcterms:modified xsi:type="dcterms:W3CDTF">2026-04-21T09:32:45Z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c97d63-d641-4b81-b623-f86200cecf98_Enabled">
    <vt:lpwstr>true</vt:lpwstr>
  </property>
  <property fmtid="{D5CDD505-2E9C-101B-9397-08002B2CF9AE}" pid="3" name="MSIP_Label_8cc97d63-d641-4b81-b623-f86200cecf98_SetDate">
    <vt:lpwstr>2026-04-21T09:32:45Z</vt:lpwstr>
  </property>
  <property fmtid="{D5CDD505-2E9C-101B-9397-08002B2CF9AE}" pid="4" name="MSIP_Label_8cc97d63-d641-4b81-b623-f86200cecf98_Method">
    <vt:lpwstr>Standard</vt:lpwstr>
  </property>
  <property fmtid="{D5CDD505-2E9C-101B-9397-08002B2CF9AE}" pid="5" name="MSIP_Label_8cc97d63-d641-4b81-b623-f86200cecf98_Name">
    <vt:lpwstr>Official - IT</vt:lpwstr>
  </property>
  <property fmtid="{D5CDD505-2E9C-101B-9397-08002B2CF9AE}" pid="6" name="MSIP_Label_8cc97d63-d641-4b81-b623-f86200cecf98_SiteId">
    <vt:lpwstr>5635d8b8-c9b9-4d9a-8a4d-f7cad74dc82a</vt:lpwstr>
  </property>
  <property fmtid="{D5CDD505-2E9C-101B-9397-08002B2CF9AE}" pid="7" name="MSIP_Label_8cc97d63-d641-4b81-b623-f86200cecf98_ActionId">
    <vt:lpwstr>7b161d9e-d2ed-4c2d-a35d-ae281d724855</vt:lpwstr>
  </property>
  <property fmtid="{D5CDD505-2E9C-101B-9397-08002B2CF9AE}" pid="8" name="MSIP_Label_8cc97d63-d641-4b81-b623-f86200cecf98_ContentBits">
    <vt:lpwstr>2</vt:lpwstr>
  </property>
</Properties>
</file>